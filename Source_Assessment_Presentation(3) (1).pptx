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47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SOURCE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3520440"/>
            <a:ext cx="2011680" cy="0"/>
          </a:xfrm>
          <a:prstGeom prst="line">
            <a:avLst/>
          </a:prstGeom>
          <a:noFill/>
          <a:ln w="381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II: Academic Writing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Project #3 — Step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389120" y="10972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Continuance Intention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Addiction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389120" y="2423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Role of Escapism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Balanced Gaming Engagement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3291840"/>
            <a:ext cx="1828800" cy="0"/>
          </a:xfrm>
          <a:prstGeom prst="line">
            <a:avLst/>
          </a:prstGeom>
          <a:noFill/>
          <a:ln w="1905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389120" y="3474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Hui, &amp; Reiners (2025)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8912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SOLI 2025 · Singapore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1E9C557-87EF-5476-E7B4-89238C73F4AA}"/>
              </a:ext>
            </a:extLst>
          </p:cNvPr>
          <p:cNvSpPr/>
          <p:nvPr/>
        </p:nvSpPr>
        <p:spPr>
          <a:xfrm>
            <a:off x="548640" y="419481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Zilin Yuan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and Author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05840" y="1005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"Continuance Intention and Addiction: Analyzing the Role of Escapism in Balanced Gaming Engagement"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0515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Mengyuan Li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328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student, School of Management &amp; Marketing, Curtin University, Australia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697480"/>
            <a:ext cx="7680960" cy="64008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31520" y="26974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05156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Wendy Wan Yee Hui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8328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InfoComm Cluster, Singapore Institute of Technology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731520" y="347472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0515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Torsten Reiners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8328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Management &amp; Marketing, Curtin University, Australia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explore disciplines related to business management, information systems, game design, and consumer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&amp; Date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3657600" cy="34747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0584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IEEE SOLI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Service Operations and Logistics, and Informatics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is a major technical professional organization. This conference publishes peer-reviewed academic papers.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academics, researchers, and technology industry professionals.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September 28–30, 2025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657600" cy="34747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02920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at Time of Publication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industry generating billions in revenue globally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addiction emerged as a pressing social and economic concern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scrutiny on ethical responsibilities of game developers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Lawsuits over game addiction (e.g., Fortnite class-action)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classification of gaming disorder (ICD-11)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&amp; Topic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Systems, Business Management, and Cyberpsychology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explores the tension between "continuance intention" (sustained player engagement/loyalty) and game addiction.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Sub-Topics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3383280"/>
            <a:ext cx="3749040" cy="68580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31520" y="3383280"/>
            <a:ext cx="54864" cy="6858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3832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Escapism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94560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distraction from real-life problems through gaming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3383280"/>
            <a:ext cx="3749040" cy="68580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754880" y="3383280"/>
            <a:ext cx="54864" cy="6858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937760" y="33832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Enjoyment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pleasure derived from gameplay experience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3749040" cy="68580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731520" y="420624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914400" y="4206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Systems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19456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where enjoyment matters more than utility for sustained engagement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4206240"/>
            <a:ext cx="3749040" cy="68580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4754880" y="420624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937760" y="4206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Self-Escape Theory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1792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engage in impulsive behaviors to escape negative self-awareness (shame, guilt, failure)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&amp; Organization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05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Conference Paper / Empirical Research Study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highly structured format (Abstract → Introduction → Literature Review → Methodology → Analysis → Discussion → Conclusion) to logically build its case. Employs statistical modeling and visual diagrams to validate hypotheses objectively.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&amp; Rhetorical Strategies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3657600" cy="18288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0584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3429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real-world business and ethical problem, reviews existing theories (TAM, SET) to build hypotheses, details a survey of 123 Pokémon Go players, presents findings, and concludes with practical implications.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657600" cy="18288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Rhetorical Strategies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0" y="3429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Logos: </a:t>
            </a: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survey data, Cronbach's alpha reliability tests, and p-values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Ethos: </a:t>
            </a:r>
            <a:r>
              <a:rPr lang="en-US" sz="11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citing WHO and established academic theories (TAM, SET)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Ideas (1 of 2)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" y="1097280"/>
            <a:ext cx="64008" cy="16459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51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55448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Enjoyment Drives Both Positive and Negative Outcomes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691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Intrinsic enjoyment is a strong predictor of both continuance intention (healthy, sustained engagement) and game addiction. It is a double-edged sword — the very quality that makes games successful can also lead to problematic use.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31520" y="3017520"/>
            <a:ext cx="64008" cy="16459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51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54480" y="3108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Escapism Is Solely Linked to Addiction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3611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Escapism (an extrinsic motivation — playing to avoid real-life stress) significantly predicts game addiction but does not significantly predict continuance intention. This makes escapism the key factor that separates healthy engagement from addictive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Ideas (2 of 2)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" y="1097280"/>
            <a:ext cx="64008" cy="16459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51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55448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Game Design Is Possible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691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 balance business goals (monetization, player retention) with ethical responsibility by designing experiences that focus on player enjoyment while actively minimizing or mitigating features that exploit escapist motives.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29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Takeaway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3794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shows that promoting enjoyment while reducing escapism-driven engagement is the path to sustainable, responsible game design — good for business and good for players.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" y="1097280"/>
            <a:ext cx="54864" cy="32918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51560" y="1325880"/>
            <a:ext cx="7086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(n = 123) limits the ability to test more complex models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limitation — paper-based responses gathered exclusively in Perth, Australia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game studied (Pokémon GO) may not generalize across other game genres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in 2017 — player behaviors and the gaming landscape may have evolved significantly since then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731520" y="1097280"/>
            <a:ext cx="54864" cy="32918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51560" y="1325880"/>
            <a:ext cx="7086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enjoyment — engaging mechanics and intuitive interfaces promote healthy player loyalty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escapism — implement time limits and in-game reminders for at-risk players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behavioral data and surveys to identify escapist players and offer tailored interventions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should use larger and more diverse samples, and examine moderating factors such as age, gender, and game genre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the clear distinction between enjoyment and escapism in gaming. While both keep players playing, escapism is the key factor that pushes behavior from healthy engagement into addiction.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Takeaway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discipline of Information Systems, business goals (like monetization and retention) must often be carefully balanced against human psychology and ethical design.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Change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this source showed me the importance of looking for empirical data to support psychological claims, and it helped me narrow my focus to the specific motivations behind user engagement.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Own Considerations (1 of 2)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My Own Understanding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7680960" cy="292608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54864" cy="29260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51560" y="1828800"/>
            <a:ext cx="7086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someone still developing research literacy, the statistical methods (SEM, bootstrapping) were initially difficult to interpret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focuses on one game — I wonder how findings would differ for genres like MMOs or mobile puzzle games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factors are not deeply explored — gaming culture varies significantly across regions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suggests developers should design less addictive games by minimizing escapism — but in reality, the gaming industry is driven by profit and engagement metrics, making it unlikely that companies would voluntarily reduce the very features that keep players hooked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Own Considerations (2 of 2)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My Research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1600200"/>
            <a:ext cx="7680960" cy="256032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54864" cy="25603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51560" y="1828800"/>
            <a:ext cx="7086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reinforced the value of distinguishing between types of user motivation, not just measuring engagement overall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pushed me to think about ethical dimensions in technology design — something I want to explore further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plan to look for more studies that compare healthy vs. unhealthy user behaviors across different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28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Cited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EDF2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05840" y="12344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Mengyuan, Wendy Wan Yee Hui, and Torsten Reiners. "Continuance Intention and Addiction: Analyzing the Role of Escapism in Balanced Gaming Engagement." 2025 IEEE International Conference on Service Operations and Logistics, and Informatics (SOLI), IEEE, 2025, pp. 58-62.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3152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40280" y="31546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24028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49040" y="31546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74904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57800" y="31546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25780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31546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76656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" y="36118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3152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40280" y="36118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224028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Networks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749040" y="36118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74904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Differences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257800" y="36118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525780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66560" y="3611880"/>
            <a:ext cx="1417320" cy="347472"/>
          </a:xfrm>
          <a:prstGeom prst="rect">
            <a:avLst/>
          </a:prstGeom>
          <a:solidFill>
            <a:srgbClr val="EDF2F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676656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1114</Words>
  <Application>Microsoft Office PowerPoint</Application>
  <PresentationFormat>全屏显示(16:9)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Assessment Presentation</dc:title>
  <dc:subject>PptxGenJS Presentation</dc:subject>
  <dc:creator>Enze</dc:creator>
  <cp:lastModifiedBy>Zilin Yuan</cp:lastModifiedBy>
  <cp:revision>2</cp:revision>
  <dcterms:created xsi:type="dcterms:W3CDTF">2026-04-24T04:19:19Z</dcterms:created>
  <dcterms:modified xsi:type="dcterms:W3CDTF">2026-04-24T04:22:45Z</dcterms:modified>
</cp:coreProperties>
</file>